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50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375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811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220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608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9493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3217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4023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489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845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159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588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38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04-Aug-26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08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173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71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 ·  WEEKS 1–2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336499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Integration &amp; Incident Modeling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4288917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— Advanced Threat Incident Analytics and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Visualization Framework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184648" y="5093970"/>
            <a:ext cx="1828800" cy="0"/>
          </a:xfrm>
          <a:prstGeom prst="line">
            <a:avLst/>
          </a:prstGeom>
          <a:noFill/>
          <a:ln w="12700">
            <a:solidFill>
              <a:srgbClr val="23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Submission Presentation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53A69-DE65-4DB6-A16D-44B35B45C76D}"/>
              </a:ext>
            </a:extLst>
          </p:cNvPr>
          <p:cNvSpPr txBox="1"/>
          <p:nvPr/>
        </p:nvSpPr>
        <p:spPr>
          <a:xfrm>
            <a:off x="1631577" y="5576053"/>
            <a:ext cx="9287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Presented By : Team C (Neeraj Sharma, Abhishek ,Vaishnavi , Swetha and Akanksha)</a:t>
            </a:r>
          </a:p>
          <a:p>
            <a:pPr algn="ctr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Under the supervision of our mentor : Mr. Sughandar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Milestone Delivers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1–2 focus: turn 5 disconnected raw sources into one validated, analysis-ready data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all datasets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incident, operational, environmental, external-feed, and geo data into one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0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735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star schema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3502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Fact_Incident table linked to 5 standardized dimension tables.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1239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4" name="Image 2" descr="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5254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validated relationships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45811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foreign key resolves correctly — cardinality and cross-filter direction confirmed.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20293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8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3153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3126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 the dashboard foundation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54480" y="56601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ETL status, and star-schema visuals ready for Power BI reporting.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E9C4E6-A314-45F5-98E4-BB3B31D36124}"/>
              </a:ext>
            </a:extLst>
          </p:cNvPr>
          <p:cNvSpPr txBox="1"/>
          <p:nvPr/>
        </p:nvSpPr>
        <p:spPr>
          <a:xfrm>
            <a:off x="475129" y="412376"/>
            <a:ext cx="1094590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Raw Data regarding </a:t>
            </a:r>
            <a:r>
              <a:rPr lang="en-US" sz="24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Threat Incident Analytics and</a:t>
            </a:r>
            <a:endParaRPr lang="en-US" sz="240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Visualization Framework</a:t>
            </a:r>
            <a:endParaRPr lang="en-US" sz="2400" b="1" dirty="0"/>
          </a:p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6671D-ACAE-491B-A130-3F73BE089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813" y="1788764"/>
            <a:ext cx="7303947" cy="2665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35C681-2A9F-4071-B162-6FE1157199CE}"/>
              </a:ext>
            </a:extLst>
          </p:cNvPr>
          <p:cNvSpPr txBox="1"/>
          <p:nvPr/>
        </p:nvSpPr>
        <p:spPr>
          <a:xfrm>
            <a:off x="1353670" y="4688541"/>
            <a:ext cx="9950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Now we have to apply feature Engineering Techniques on this RAW DATASET to make it a cleaned DATASET for further process.</a:t>
            </a:r>
          </a:p>
        </p:txBody>
      </p:sp>
    </p:spTree>
    <p:extLst>
      <p:ext uri="{BB962C8B-B14F-4D97-AF65-F5344CB8AC3E}">
        <p14:creationId xmlns:p14="http://schemas.microsoft.com/office/powerpoint/2010/main" val="84944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3020E-B5D6-459F-B2B3-EDE1CDE8B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80" y="1097280"/>
            <a:ext cx="5183860" cy="4236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5AF379-F93A-40F1-92EC-BB3B91BA4ED0}"/>
              </a:ext>
            </a:extLst>
          </p:cNvPr>
          <p:cNvSpPr txBox="1"/>
          <p:nvPr/>
        </p:nvSpPr>
        <p:spPr>
          <a:xfrm>
            <a:off x="868680" y="304800"/>
            <a:ext cx="10454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FEATURE ENGINEERING TASKS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1879E5-7FDA-4401-9071-51E3E7507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0" y="1097280"/>
            <a:ext cx="4362891" cy="48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8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3D961-03D7-44CD-B964-1917D9E7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28" y="296907"/>
            <a:ext cx="5026548" cy="5778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E6F3C-5D3A-4960-A1B9-8638411D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296907"/>
            <a:ext cx="3975900" cy="3909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7DC76B-1CA2-46B0-B725-5BF157423197}"/>
              </a:ext>
            </a:extLst>
          </p:cNvPr>
          <p:cNvSpPr txBox="1"/>
          <p:nvPr/>
        </p:nvSpPr>
        <p:spPr>
          <a:xfrm>
            <a:off x="5961529" y="4518212"/>
            <a:ext cx="5280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Load Raw Datasets.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Preprocess the Raw Data (Remove duplicate values, Handling missing values, Data quality validation.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Then integrate the cleaned datasets and Exported the cleaned data to folder for Data Visualization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0711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Geography — Dim_Geo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operational zones, resolved to real coordinates and risk tiers.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71754"/>
            <a:ext cx="6583680" cy="14117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zones (A–J), each mapped to a region and a real nearest-city location.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latitude/longitude for map visuals.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risk_tier (Critical/High/Medium/Low) drives hotspot analysis in later milestones.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complete — the one fully clean reference source.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— Dim_Operational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8 response units that handle incidents in the field.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opera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82181"/>
            <a:ext cx="6583680" cy="13909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response units across Day/Night shifts.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asset_criticality flags which units are highest-priority.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to Fact_Incident via operational_key to power response-time analysis.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— Dim_Source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exactly where every record came from, and how complete it 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82181"/>
            <a:ext cx="6583680" cy="13909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source systems: Incident Logs, Operational Data, Environmental Feeds, External Threat Feeds, Geo Metadata.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ingestion_status_pct is a real, computed completeness metric — not assumed.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the ETL Pipeline Status view (next slides).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Type — Dim_ThreatType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 standardized categories every incident is classified into.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threat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59454"/>
            <a:ext cx="6583680" cy="12363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Intrusion, Physical, Cyber, Environmental, Other.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Grouped further into Security / Environmental / General categories.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directly from the Step 2 category-standardization mapping.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— Dim_Time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calendar table spanning the entire data range.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59754"/>
            <a:ext cx="6583680" cy="22357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row per calendar day across the full incident date range.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day of week, week/month/quarter/year, and a weekend flag.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all daily, weekly, and monthly trend visuals.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— Fact_Incident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central table — one row per incident, grain confirmed.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f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0262"/>
            <a:ext cx="6583680" cy="12947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96596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Grain: exactly one row per incident.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keys to all 5 dimensions: date, threat type, geo, operational unit, source.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severity_score and tsi (Threat Severity Index) calculated per incident.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response_time_minutes joined in from the operational system.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— Validated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fact table, 5 dimensions, all relationships confirmed one-to-many with single-direction filtering.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1920240"/>
            <a:ext cx="8686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546" y="2148840"/>
            <a:ext cx="5968428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Dashboard Preview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star schema and cleaned data, live in Power BI.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000000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157" y="1983890"/>
            <a:ext cx="7247206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against the 3 criteria defined for Week 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datasets integrated successfully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6334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5/5 sources loaded and joined into one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657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classifications standardized across sources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40507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 incidents mapped to 1 of 5 clean categories.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4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578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50749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relationships validated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54681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5 relationships confirmed; ~82% of incidents resolve a full location match — the remainder are real-world gaps, retained and flagged rather than hidden.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373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Complete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397764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THANKS from TEAM C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(Neeraj Sharma, Abhishek ,Vaishnavi , Swetha and Akanksha)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MILESTONE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815</Words>
  <Application>Microsoft Office PowerPoint</Application>
  <PresentationFormat>Widescreen</PresentationFormat>
  <Paragraphs>111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Neeraj Sharma</cp:lastModifiedBy>
  <cp:revision>14</cp:revision>
  <dcterms:created xsi:type="dcterms:W3CDTF">2026-08-02T16:50:21Z</dcterms:created>
  <dcterms:modified xsi:type="dcterms:W3CDTF">2026-08-04T15:00:53Z</dcterms:modified>
</cp:coreProperties>
</file>